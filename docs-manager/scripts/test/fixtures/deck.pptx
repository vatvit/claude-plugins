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2.xml"/><Relationship Id="rId2" Type="http://schemas.openxmlformats.org/officeDocument/2006/relationships/slide" Target="slides/slide3.xml"/><Relationship Id="rId3" Type="http://schemas.openxmlformats.org/officeDocument/2006/relationships/slide" Target="slides/slide1.xml"/>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2" name="Title 1"/>
          <p:cNvSpPr/>
          <p:nvPr>
            <p:ph type="title"/>
          </p:nvPr>
        </p:nvSpPr>
        <p:txBody>
          <a:p>
            <a:r>
              <a:t>Rev</a:t>
            </a:r>
            <a:r>
              <a:rPr b="1"/>
              <a:t>enue</a:t>
            </a:r>
          </a:p>
        </p:txBody>
      </p:sp>
      <p:sp>
        <p:nvSpPr>
          <p:cNvPr id="3" name="Content 2"/>
          <p:cNvSpPr/>
          <p:nvPr>
            <p:ph idx="1"/>
          </p:nvPr>
        </p:nvSpPr>
        <p:txBody>
          <a:p>
            <a:r>
              <a:t>Up 12% on Q2</a:t>
            </a:r>
          </a:p>
          <a:p/>
          <a:p>
            <a:r>
              <a:t>EU</a:t>
            </a:r>
            <a:br/>
            <a:r>
              <a:t>US</a:t>
            </a:r>
          </a:p>
        </p:txBody>
      </p:sp>
      <p:grpSp>
        <p:sp>
          <p:nvSpPr>
            <p:cNvPr id="5" name="Box"/>
            <p:cNvSpPr/>
            <p:nvPr/>
          </p:nvSpPr>
          <p:txBody>
            <a:p>
              <a:r>
                <a:t>Grouped note</a:t>
              </a:r>
            </a:p>
          </p:txBody>
        </p:sp>
      </p:grp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cNvPr id="2" name="Box"/>
          <p:cNvSpPr/>
          <p:nvPr/>
        </p:nvSpPr>
        <p:txBody>
          <a:p>
            <a:r>
              <a:t>Questions?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nvSpPr>
          <p:cNvPr id="2" name="Title 1"/>
          <p:cNvSpPr/>
          <p:nvPr>
            <p:ph type="ctrTitle"/>
          </p:nvPr>
        </p:nvSpPr>
        <p:txBody>
          <a:p>
            <a:r>
              <a:t>Q3 review &amp; plan</a:t>
            </a:r>
          </a:p>
        </p:txBody>
      </p:sp>
      <p:sp>
        <p:nvSpPr>
          <p:cNvPr id="3" name="Subtitle 2"/>
          <p:cNvSpPr/>
          <p:nvPr>
            <p:ph type="subTitle" idx="1"/>
          </p:nvPr>
        </p:nvSpPr>
        <p:txBody>
          <a:p>
            <a:r>
              <a:t>Prepared for the board</a:t>
            </a:r>
          </a:p>
        </p:txBody>
      </p:sp>
    </p:spTree>
  </p:cSld>
</p:sld>
</file>